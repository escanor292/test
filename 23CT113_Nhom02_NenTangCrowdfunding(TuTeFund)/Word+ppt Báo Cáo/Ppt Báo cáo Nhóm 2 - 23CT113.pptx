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200">
                <a:solidFill>
                  <a:srgbClr val="1F4E78"/>
                </a:solidFill>
              </a:defRPr>
            </a:pPr>
            <a:r>
              <a:t>BÁO CÁO TỔNG KẾT HỌC PHẦN KIỂM THỬ PHẦN MỀM</a:t>
            </a:r>
          </a:p>
          <a:p>
            <a:pPr>
              <a:defRPr b="1" sz="1600"/>
            </a:pPr>
            <a:r>
              <a:t>Đề tài: Nền tảng Crowdfunding gây quỹ cộng đồng (Tử Tế Fund)</a:t>
            </a:r>
          </a:p>
          <a:p>
            <a:pPr>
              <a:defRPr sz="1300"/>
            </a:pPr>
            <a:r>
              <a:t>Lớp: 23CT113 — Nhóm: Nhóm 02</a:t>
            </a:r>
          </a:p>
          <a:p>
            <a:pPr>
              <a:defRPr sz="1100"/>
            </a:pPr>
            <a:r>
              <a:t>Tác giả: Nguyễn Quách Phú Tài (Nhóm trưởng), Trần Xuân Ân, Bùi Đặng Quốc Khánh, Nguyễn Trung Tiến, Nguyễn Khánh Du</a:t>
            </a:r>
          </a:p>
          <a:p>
            <a:pPr>
              <a:defRPr i="1" sz="1200">
                <a:solidFill>
                  <a:srgbClr val="505050"/>
                </a:solidFill>
              </a:defRPr>
            </a:pPr>
            <a:r>
              <a:t>Giảng viên hướng dẫn: ThS. Nguyễn Minh Phúc</a:t>
            </a:r>
          </a:p>
          <a:p>
            <a:pPr>
              <a:defRPr sz="1050"/>
            </a:pPr>
            <a:r>
              <a:t>Thời gian: 30/10/2026 | Web Demo: https://test-gamma-azure-65.vercel.app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Thành viên nhóm và phân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224000"/>
          <a:ext cx="8243998" cy="3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999"/>
                <a:gridCol w="2355428"/>
                <a:gridCol w="3140571"/>
              </a:tblGrid>
              <a:tr h="57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Quách Phú Tài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Trưởng nhóm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Điều phối, module Login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Bùi Đặng Quốc Khánh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Viết Test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Reward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Trung Tiến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Thực thi kiểm thử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Blog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Trần Xuân Ân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Thực thi kiểm thử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Campaign</a:t>
                      </a:r>
                    </a:p>
                  </a:txBody>
                  <a:tcPr anchor="ctr"/>
                </a:tc>
              </a:tr>
              <a:tr h="57000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Times New Roman"/>
                        </a:rPr>
                        <a:t>Nguyễn Khánh Du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Lập Test Report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Times New Roman"/>
                        </a:rPr>
                        <a:t>Module KYC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Tổng quan dự án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5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Tử Tế Fund – nền tảng crowdfunding: tạo chiến dịch, đóng góp, nhận reward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Các module chính: Login, Reward, Blog, Campaign, KYC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Công nghệ: Next.js 15 + Prisma/PostgreSQL, triển khai Vercel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Môi trường test: Windows 10/11, Chrome/Edge mới nhất, demo + local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Mục tiêu: kiểm thử thủ công toàn bộ 5 module và đánh giá mức độ hoàn thiện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Quy trình: Test Plan → Thiết kế Test Case → Thực thi → Test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Phạm vi kiểm thử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8243997" cy="3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699"/>
                <a:gridCol w="1030499"/>
                <a:gridCol w="5770799"/>
              </a:tblGrid>
              <a:tr h="5160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Số TC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 kiểm thử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Login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Đăng nhập, sai mật khẩu, remember me, logout, validation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Tạo/sửa/xóa reward, giá âm, số lượng giới hạn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Blog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Tạo/sửa/xóa bài, upload ảnh, thứ tự hiển thị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Campaign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Tạo/sửa campaign, tìm kiếm, trạng thái, tiến độ</a:t>
                      </a:r>
                    </a:p>
                  </a:txBody>
                  <a:tcPr anchor="ctr"/>
                </a:tc>
              </a:tr>
              <a:tr h="5160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Times New Roman"/>
                        </a:rPr>
                        <a:t>KYC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Times New Roman"/>
                        </a:rPr>
                        <a:t>Upload JPG/PDF, admin duyệt/từ chối, thông báo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464000"/>
            <a:ext cx="8243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• Ngoài phạm vi: đăng ký/quên mật khẩu, thanh toán thật, module quản trị mở rộng, kiểm thử hiệu năng lớn và pentest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Test Plan – Mục tiêu &amp; tiêu chí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b="1" sz="1400"/>
            </a:pPr>
            <a:r>
              <a:t>Mục tiêu kiểm thử &amp; Ba làn thực thi (Test Execution Lines):</a:t>
            </a:r>
          </a:p>
          <a:p>
            <a:pPr>
              <a:defRPr sz="1200"/>
            </a:pPr>
            <a:r>
              <a:t>• Phương pháp: Hộp đen kết hợp kiểm tra mã nguồn (Functional, Boundary, Negative, LooknFeel)</a:t>
            </a:r>
          </a:p>
          <a:p>
            <a:pPr>
              <a:defRPr sz="1200"/>
            </a:pPr>
            <a:r>
              <a:t>• Làn 1 (HTTP API): Kiểm tra mã trạng thái HTTP, xác thực JWT, phân quyền RBAC và endpoint 410</a:t>
            </a:r>
          </a:p>
          <a:p>
            <a:pPr>
              <a:defRPr sz="1200"/>
            </a:pPr>
            <a:r>
              <a:t>• Làn 2 (Browser UI): Dùng Playwright Chromium chụp ảnh bằng chứng lưu thư mục evidence/</a:t>
            </a:r>
          </a:p>
          <a:p>
            <a:pPr>
              <a:defRPr sz="1200"/>
            </a:pPr>
            <a:r>
              <a:t>• Làn 3 (DB &amp; Jest): Chạy 44 suites (303 unit tests passed), đối soát Prisma CSDL Neon</a:t>
            </a:r>
          </a:p>
          <a:p>
            <a:pPr>
              <a:defRPr sz="1200"/>
            </a:pPr>
            <a:r>
              <a:t>• Mục tiêu chất lượng: Đạt tỷ lệ PASS ≥ 85.0% trên số TC đã chạy thực tế</a:t>
            </a:r>
          </a:p>
          <a:p>
            <a:pPr>
              <a:defRPr sz="1200"/>
            </a:pPr>
            <a:r>
              <a:t>• Dữ liệu kiểm thử: 4 tài khoản seed chính thức đã xác minh đăng nhập thành công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880000"/>
            <a:ext cx="8243999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• Mục tiêu chất lượng &amp; tiêu chí hoàn thành: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Bao phủ 100% 24 TR bằng ít nhất một test case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Chạy 100% test case và ghi Actual Result, Test Status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Tỷ lệ Pass mục tiêu ≥ 90%, không còn lỗi Blocker/Critical ở luồng must-have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Mọi test case Fail đều phải có bản ghi lỗi tương ứng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• Tiêu chí tạm dừng: môi trường lỗi quá một buổi / phát hiện lỗi Blocker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Thiết kế Test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8243999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b="1" sz="1400"/>
            </a:pPr>
            <a:r>
              <a:t>Thiết kế Yêu cầu (TR) và Kịch bản kiểm thử (TC):</a:t>
            </a:r>
          </a:p>
          <a:p>
            <a:pPr>
              <a:defRPr sz="1200"/>
            </a:pPr>
            <a:r>
              <a:t>• Tổng số Yêu cầu kiểm thử: 42 TRs (suy ra trực tiếp từ route, API và schema)</a:t>
            </a:r>
          </a:p>
          <a:p>
            <a:pPr>
              <a:defRPr sz="1200"/>
            </a:pPr>
            <a:r>
              <a:t>• Tổng số Kịch bản kiểm thử: 105 TCs (mỗi TR có từ 2-3 TC cụ thể, đo lường được)</a:t>
            </a:r>
          </a:p>
          <a:p>
            <a:pPr>
              <a:defRPr sz="1200"/>
            </a:pPr>
            <a:r>
              <a:t>• Phân bổ độ ưu tiên: 56 High (P0 luồng chính), 36 Medium (nghiệp vụ biên), 13 Low (UI/UX)</a:t>
            </a:r>
          </a:p>
          <a:p>
            <a:pPr>
              <a:defRPr sz="1200"/>
            </a:pPr>
            <a:r>
              <a:t>• Không sử dụng user story chung chung, không sinh test case bằng vòng lặp rác</a:t>
            </a:r>
          </a:p>
          <a:p>
            <a:pPr>
              <a:defRPr sz="1200"/>
            </a:pPr>
            <a:r>
              <a:t>• Dữ liệu kiểm thử, tiền điều kiện và kết quả mong đợi được lấy từ mã nguồn thật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160000" y="3096000"/>
          <a:ext cx="4859998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714"/>
                <a:gridCol w="1041428"/>
                <a:gridCol w="1041428"/>
                <a:gridCol w="1041428"/>
              </a:tblGrid>
              <a:tr h="411428">
                <a:tc>
                  <a:txBody>
                    <a:bodyPr/>
                    <a:lstStyle/>
                    <a:p>
                      <a:r>
                        <a:t>Phân hệ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Số TR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Số TC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Đã chạy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t>AUTH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r>
                        <a:t>KYC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r>
                        <a:t>CAMP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r>
                        <a:t>REWARD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anchor="ctr"/>
                </a:tc>
              </a:tr>
              <a:tr h="411428">
                <a:tc>
                  <a:txBody>
                    <a:bodyPr/>
                    <a:lstStyle/>
                    <a:p>
                      <a:r>
                        <a:t>PLEDGE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anchor="ctr"/>
                </a:tc>
              </a:tr>
              <a:tr h="411432">
                <a:tc>
                  <a:txBody>
                    <a:bodyPr/>
                    <a:lstStyle/>
                    <a:p>
                      <a:r>
                        <a:t>CERT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F4E78"/>
                </a:solidFill>
              </a:defRPr>
            </a:pPr>
            <a:r>
              <a:t>Tổng kết Kết quả Thực thi Kiểm thử Thực tế:</a:t>
            </a:r>
          </a:p>
          <a:p>
            <a:pPr>
              <a:defRPr sz="1250"/>
            </a:pPr>
            <a:r>
              <a:t>• Tổng số TC đã chạy: 93 / 105 TCs (đạt 88.6% kế hoạch thực thi)</a:t>
            </a:r>
          </a:p>
          <a:p>
            <a:pPr>
              <a:defRPr sz="1250"/>
            </a:pPr>
            <a:r>
              <a:t>• Số ca kiểm thử ĐẠT (PASS): 89 TCs (chiếm 95.7% số ca đã chạy)</a:t>
            </a:r>
          </a:p>
          <a:p>
            <a:pPr>
              <a:defRPr sz="1250"/>
            </a:pPr>
            <a:r>
              <a:t>• Số ca kiểm thử KHÔNG ĐẠT (FAIL): 4 TCs (chiếm 4.3% số ca đã chạy)</a:t>
            </a:r>
          </a:p>
          <a:p>
            <a:pPr>
              <a:defRPr sz="1250"/>
            </a:pPr>
            <a:r>
              <a:t>• Số ca kiểm thử CHƯA CHẠY: 12 TCs (để trống kết quả minh bạch do giới hạn thiết bị/thanh toán thật)</a:t>
            </a:r>
          </a:p>
          <a:p>
            <a:pPr>
              <a:defRPr sz="1250"/>
            </a:pPr>
            <a:r>
              <a:t>• Tỷ lệ PASS trên số đã chạy: 95.7% (Đạt và vượt chỉ tiêu chất lượng ≥ 85.0%)</a:t>
            </a:r>
          </a:p>
          <a:p>
            <a:pPr>
              <a:defRPr sz="1250"/>
            </a:pPr>
            <a:r>
              <a:t>• Độ bao phủ yêu cầu kiểm thử: 42 / 42 TRs (Đạt 100% độ bao phủ TR)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b="1" sz="1500">
                <a:solidFill>
                  <a:srgbClr val="1F4E78"/>
                </a:solidFill>
              </a:defRPr>
            </a:pPr>
            <a:r>
              <a:t>Tổng kết Kết quả Thực thi Kiểm thử Thực tế:</a:t>
            </a:r>
          </a:p>
          <a:p>
            <a:pPr>
              <a:defRPr sz="1250"/>
            </a:pPr>
            <a:r>
              <a:t>• Tổng số TC đã chạy: 93 / 105 TCs (đạt 88.6% kế hoạch thực thi)</a:t>
            </a:r>
          </a:p>
          <a:p>
            <a:pPr>
              <a:defRPr sz="1250"/>
            </a:pPr>
            <a:r>
              <a:t>• Số ca kiểm thử ĐẠT (PASS): 89 TCs (chiếm 95.7% số ca đã chạy)</a:t>
            </a:r>
          </a:p>
          <a:p>
            <a:pPr>
              <a:defRPr sz="1250"/>
            </a:pPr>
            <a:r>
              <a:t>• Số ca kiểm thử KHÔNG ĐẠT (FAIL): 4 TCs (chiếm 4.3% số ca đã chạy)</a:t>
            </a:r>
          </a:p>
          <a:p>
            <a:pPr>
              <a:defRPr sz="1250"/>
            </a:pPr>
            <a:r>
              <a:t>• Số ca kiểm thử CHƯA CHẠY: 12 TCs (để trống kết quả minh bạch do giới hạn thiết bị/thanh toán thật)</a:t>
            </a:r>
          </a:p>
          <a:p>
            <a:pPr>
              <a:defRPr sz="1250"/>
            </a:pPr>
            <a:r>
              <a:t>• Tỷ lệ PASS trên số đã chạy: 95.7% (Đạt và vượt chỉ tiêu chất lượng ≥ 85.0%)</a:t>
            </a:r>
          </a:p>
          <a:p>
            <a:pPr>
              <a:defRPr sz="1250"/>
            </a:pPr>
            <a:r>
              <a:t>• Độ bao phủ yêu cầu kiểm thử: 42 / 42 TRs (Đạt 100% độ bao phủ TR)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F4E78"/>
                </a:solidFill>
              </a:defRPr>
            </a:pPr>
            <a:r>
              <a:t>Báo cáo Lỗi Thực tế (Bugs sinh từ FAIL):</a:t>
            </a:r>
          </a:p>
          <a:p>
            <a:pPr>
              <a:defRPr sz="1200"/>
            </a:pPr>
            <a:r>
              <a:t>• BUG-001 (High): Cổng MoMo trả HTTP 410 ESCROW_BANK_ONLY do tắt ví điện tử</a:t>
            </a:r>
          </a:p>
          <a:p>
            <a:pPr>
              <a:defRPr sz="1200"/>
            </a:pPr>
            <a:r>
              <a:t>• BUG-002 (High): Cổng VNPay trả HTTP 410 ESCROW_BANK_ONLY do đóng cổng trung gian</a:t>
            </a:r>
          </a:p>
          <a:p>
            <a:pPr>
              <a:defRPr sz="1200"/>
            </a:pPr>
            <a:r>
              <a:t>• BUG-003 (Medium): Truyền tín hiệu cuộc gọi P2P dùng Polling 1.2s thay vì WebSocket</a:t>
            </a:r>
          </a:p>
          <a:p>
            <a:pPr>
              <a:defRPr sz="1200"/>
            </a:pPr>
            <a:r>
              <a:t>• BUG-004 (Low): Form góp ý /gop-y thiếu validate trực tiếp trên client, gửi &lt; 10 ký tự nhận lỗi 400</a:t>
            </a:r>
          </a:p>
          <a:p>
            <a:pPr>
              <a:defRPr sz="1200"/>
            </a:pPr>
            <a:r>
              <a:t>• Tất cả 4 lỗi đều được kiểm chứng bằng lệnh curl hoặc log mã nguồn thực tế</a:t>
            </a:r>
          </a:p>
          <a:p>
            <a:pPr>
              <a:defRPr sz="1200"/>
            </a:pPr>
            <a:r>
              <a:t>• Đề xuất: Ẩn nút ví điện tử trên UI, bổ sung WebSocket và validate realtime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0000" y="1152000"/>
          <a:ext cx="8243998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3767"/>
                <a:gridCol w="1342046"/>
                <a:gridCol w="5368185"/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Mức độ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Ghi chú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Critical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Tạo bài, tạo campaign, upload KYC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Sửa/xóa không có hiệu lực, thiếu validation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Thiếu kiểm tra dữ liệu, hiển thị sai trạng thái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Thứ tự hiển thị, thiếu thông báo</a:t>
                      </a:r>
                    </a:p>
                  </a:txBody>
                  <a:tcPr anchor="ctr"/>
                </a:tc>
              </a:tr>
              <a:tr h="4800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latin typeface="Times New Roman"/>
                        </a:rPr>
                        <a:t>Tổng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latin typeface="Times New Roman"/>
                        </a:rPr>
                        <a:t>12 lỗi – tất cả đang Open, chờ fix build v1.1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0000" y="4320000"/>
            <a:ext cx="8243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b="1" sz="1500">
                <a:solidFill>
                  <a:srgbClr val="1F4E78"/>
                </a:solidFill>
              </a:defRPr>
            </a:pPr>
            <a:r>
              <a:t>Báo cáo Lỗi Thực tế (Bugs sinh từ FAIL):</a:t>
            </a:r>
          </a:p>
          <a:p>
            <a:pPr>
              <a:defRPr sz="1200"/>
            </a:pPr>
            <a:r>
              <a:t>• BUG-001 (High): Cổng MoMo trả HTTP 410 ESCROW_BANK_ONLY do tắt ví điện tử</a:t>
            </a:r>
          </a:p>
          <a:p>
            <a:pPr>
              <a:defRPr sz="1200"/>
            </a:pPr>
            <a:r>
              <a:t>• BUG-002 (High): Cổng VNPay trả HTTP 410 ESCROW_BANK_ONLY do đóng cổng trung gian</a:t>
            </a:r>
          </a:p>
          <a:p>
            <a:pPr>
              <a:defRPr sz="1200"/>
            </a:pPr>
            <a:r>
              <a:t>• BUG-003 (Medium): Truyền tín hiệu cuộc gọi P2P dùng Polling 1.2s thay vì WebSocket</a:t>
            </a:r>
          </a:p>
          <a:p>
            <a:pPr>
              <a:defRPr sz="1200"/>
            </a:pPr>
            <a:r>
              <a:t>• BUG-004 (Low): Form góp ý /gop-y thiếu validate trực tiếp trên client, gửi &lt; 10 ký tự nhận lỗi 400</a:t>
            </a:r>
          </a:p>
          <a:p>
            <a:pPr>
              <a:defRPr sz="1200"/>
            </a:pPr>
            <a:r>
              <a:t>• Tất cả 4 lỗi đều được kiểm chứng bằng lệnh curl hoặc log mã nguồn thực tế</a:t>
            </a:r>
          </a:p>
          <a:p>
            <a:pPr>
              <a:defRPr sz="1200"/>
            </a:pPr>
            <a:r>
              <a:t>• Đề xuất: Ẩn nút ví điện tử trên UI, bổ sung WebSocket và validate realtime client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F4E78"/>
                </a:solidFill>
              </a:defRPr>
            </a:pPr>
            <a:r>
              <a:t>Ma trận Truy xuất Nguồn gốc (Traceability Matrix - RTM):</a:t>
            </a:r>
          </a:p>
          <a:p>
            <a:pPr>
              <a:defRPr sz="1200"/>
            </a:pPr>
            <a:r>
              <a:t>• Chuỗi truy xuất khép kín: Mã nguồn → 10 Nhóm FR → 42 TRs → 105 TCs → 4 BUGs</a:t>
            </a:r>
          </a:p>
          <a:p>
            <a:pPr>
              <a:defRPr sz="1200"/>
            </a:pPr>
            <a:r>
              <a:t>• 100% Yêu cầu kiểm thử (42 TRs) đều có từ 2 đến 3 Test Cases liên kết</a:t>
            </a:r>
          </a:p>
          <a:p>
            <a:pPr>
              <a:defRPr sz="1200"/>
            </a:pPr>
            <a:r>
              <a:t>• Mọi Test Case FAIL đều dẫn xuất trực tiếp ra mã Bug tương ứng</a:t>
            </a:r>
          </a:p>
          <a:p>
            <a:pPr>
              <a:defRPr sz="1200"/>
            </a:pPr>
            <a:r>
              <a:t>• Toàn bộ số liệu RTM được tính bằng công thức Excel tự động từ sheet TC List sang sheet RTM</a:t>
            </a:r>
          </a:p>
          <a:p>
            <a:pPr>
              <a:defRPr sz="1200"/>
            </a:pPr>
            <a:r>
              <a:t>• Bảo đảm tính nhất quán tuyệt đối giữa Dashboard, RTM, Test Plan và Test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26 REQ (25 chức năng + 1 validation) → 24 TR → 54 TC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Mỗi TC đều truy xuất được về TR và REQ gốc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25/26 REQ có test case (96%): REQ-CAMP-006 ngoài phạm vi Phase 1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Lưu tại sheet “Traceability Matrix” (64 dòng) trong file Test Case và trong Test Report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• Giúp xác định ngay TC nào phải chạy lại khi sửa một lỗi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Times New Roman"/>
              </a:rPr>
              <a:t>Đánh giá và khuyến nghị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165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Đánh giá: build v1.0 đạt tốt module Login và Reward, ba module còn lại chưa hoàn thiện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Khuyến nghị: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951999"/>
            <a:ext cx="8243999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Sửa nhóm lỗi Critical/High trong sprint tới, chạy lại (retest) ở build v1.1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Bổ sung lớp validation dùng chung cho các form để tránh lặp lỗi giữa module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Nối API/CSDL cho Blog, Campaign, KYC – điều kiện để đạt Pass 90%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Thêm kiểm thử tự động Playwright cho các luồng must-have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404040"/>
                </a:solidFill>
                <a:latin typeface="Times New Roman"/>
              </a:rPr>
              <a:t>– Cập nhật cột Retest Result trong Bug Log sau mỗi lần sửa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8243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F4E78"/>
                </a:solidFill>
              </a:defRPr>
            </a:pPr>
            <a:r>
              <a:t>Kết luận và Đánh giá Nghiệm thu Đồ án:</a:t>
            </a:r>
          </a:p>
          <a:p>
            <a:pPr>
              <a:defRPr sz="1200"/>
            </a:pPr>
            <a:r>
              <a:t>• Hoàn thành trọn vẹn bộ tài liệu: Test Plan, Test Report, 105 TCs, 3 Biên bản họp, Timeline</a:t>
            </a:r>
          </a:p>
          <a:p>
            <a:pPr>
              <a:defRPr sz="1200"/>
            </a:pPr>
            <a:r>
              <a:t>• Kết quả thực tế đạt 95.7% PASS trên các ca kiểm thử đã thực thi (vượt chỉ tiêu ≥ 85.0%)</a:t>
            </a:r>
          </a:p>
          <a:p>
            <a:pPr>
              <a:defRPr sz="1200"/>
            </a:pPr>
            <a:r>
              <a:t>• 4 Bug Reports được phân loại rõ ràng giúp đội phát triển dễ dàng sửa lỗi trong sprint tới</a:t>
            </a:r>
          </a:p>
          <a:p>
            <a:pPr>
              <a:defRPr sz="1200"/>
            </a:pPr>
            <a:r>
              <a:t>• Minh bạch tuyệt đối: nói không với kết quả ảo, để trống 12 TC chưa chạy kèm lý do kỹ thuật</a:t>
            </a:r>
          </a:p>
          <a:p>
            <a:pPr>
              <a:defRPr sz="1200"/>
            </a:pPr>
            <a:r>
              <a:t>• Cả 5 thành viên Nhóm 02 đều tham gia tích cực và hoàn thành 100% nhiệm vụ được giao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6552000"/>
            <a:ext cx="8243999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04040"/>
                </a:solidFill>
                <a:latin typeface="Times New Roman"/>
              </a:rPr>
              <a:t>Kiểm thử phần mềm – Nhóm 02 – 23CT113 – Tử Tế 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24000"/>
            <a:ext cx="8243999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Bộ tài liệu đã đầy đủ: Test Plan, 54 Test Case, ma trận truy xuất, Bug Log 12 lỗi, Test Report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Khuyến nghị chưa nghiệm thu build v1.0 cho đến khi các lỗi Critical/High được xử lý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• Bài học kinh nghiệm: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Thiết kế TR trước TC giúp bao phủ yêu cầu và dễ truy xuất lỗi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Ghi kết quả và ảnh chụp màn hình ngay trong lúc chạy test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Mỗi lỗi phải gắn với Test Case cụ thể để dễ tái hiện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404040"/>
                </a:solidFill>
                <a:latin typeface="Times New Roman"/>
              </a:rPr>
              <a:t>– Chuẩn hoá tên cột tiếng Anh và giá trị danh mục giúp bảng dữ liệu nhất quán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