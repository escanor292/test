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BÁO CÁO CUỐI KỲ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Môn: Kiểm thử phần mềm</a:t>
            </a:r>
          </a:p>
          <a:p>
            <a:pPr/>
            <a:r>
              <a:t>Nhóm: 02</a:t>
            </a:r>
          </a:p>
          <a:p>
            <a:pPr/>
            <a:r>
              <a:t>Đề tài: Tử Tế 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Nền tảng crowdfunding hỗ trợ tạo chiến dịch, quyên góp, blog và xác minh KYC.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Phạm vi kiểm thử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Login</a:t>
            </a:r>
          </a:p>
          <a:p>
            <a:pPr/>
            <a:r>
              <a:t>Reward</a:t>
            </a:r>
          </a:p>
          <a:p>
            <a:pPr/>
            <a:r>
              <a:t>Blog</a:t>
            </a:r>
          </a:p>
          <a:p>
            <a:pPr/>
            <a:r>
              <a:t>Campaign</a:t>
            </a:r>
          </a:p>
          <a:p>
            <a:pPr/>
            <a:r>
              <a:t>KYC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Mức độ kiểm thử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TR: 25</a:t>
            </a:r>
          </a:p>
          <a:p>
            <a:pPr/>
            <a:r>
              <a:t>TC: 54</a:t>
            </a:r>
          </a:p>
          <a:p>
            <a:pPr/>
            <a:r>
              <a:t>Coverage: 100%</a:t>
            </a:r>
          </a:p>
          <a:p>
            <a:pPr/>
            <a:r>
              <a:t>Manual testing: 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Bộ tài liệu kiểm thử đã đầy đủ, có ma trận truy vết và sẵn sàng nộp.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Thành viên nhóm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Nguyễn Quách Phú Tài — Trưởng nhóm; điều phối chung và phụ trách Login.</a:t>
            </a:r>
          </a:p>
          <a:p>
            <a:pPr>
              <a:defRPr sz="1800"/>
            </a:pPr>
            <a:r>
              <a:t>Bùi Đặng Quốc Khánh — phụ trách Reward.</a:t>
            </a:r>
          </a:p>
          <a:p>
            <a:pPr>
              <a:defRPr sz="1800"/>
            </a:pPr>
            <a:r>
              <a:t>Nguyễn Trung Tiến — phụ trách Blog.</a:t>
            </a:r>
          </a:p>
          <a:p>
            <a:pPr>
              <a:defRPr sz="1800"/>
            </a:pPr>
            <a:r>
              <a:t>Trần Xuân Ân — phụ trách Campaign.</a:t>
            </a:r>
          </a:p>
          <a:p>
            <a:pPr>
              <a:defRPr sz="1800"/>
            </a:pPr>
            <a:r>
              <a:t>Nguyễn Khánh Du — phụ trách KYC thủ công.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