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1F3B63"/>
                </a:solidFill>
                <a:latin typeface="Times New Roman"/>
              </a:rPr>
              <a:t>BÁO CÁO CUỐI KỲ</a:t>
            </a:r>
          </a:p>
          <a:p>
            <a:r>
              <a:rPr sz="2200">
                <a:latin typeface="Times New Roman"/>
              </a:rPr>
              <a:t>Môn: Kiểm thử phần mềm</a:t>
            </a:r>
          </a:p>
          <a:p>
            <a:r>
              <a:rPr sz="2200" b="1">
                <a:latin typeface="Times New Roman"/>
              </a:rPr>
              <a:t>Đề tài: Nền tảng crowdfunding Tử Tế Fund</a:t>
            </a:r>
          </a:p>
          <a:p>
            <a:r>
              <a:rPr sz="2000">
                <a:latin typeface="Times New Roman"/>
              </a:rPr>
              <a:t>Nhóm 02 – Lớp 23CT113 – Nguyễn Minh Phúc</a:t>
            </a:r>
          </a:p>
          <a:p>
            <a:r>
              <a:rPr sz="1800">
                <a:latin typeface="Times New Roman"/>
              </a:rPr>
              <a:t>27/10/2026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Thành viên nhóm và phân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24000"/>
          <a:ext cx="8243998" cy="3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999"/>
                <a:gridCol w="2355428"/>
                <a:gridCol w="3140571"/>
              </a:tblGrid>
              <a:tr h="57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Quách Phú Tài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Trưởng nhóm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Điều phối, module Login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Bùi Đặng Quốc Khánh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Viết Test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Reward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Trung Tiến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Thực thi kiểm thử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Blog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Trần Xuân Ân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Thực thi kiểm thử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Campaign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Khánh Du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Lập Test Report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KYC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Tổng quan dự 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Tử Tế Fund – nền tảng crowdfunding: tạo chiến dịch, đóng góp, nhận reward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Các module chính: Login, Reward, Blog, Campaign, KYC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Công nghệ: Next.js 15 + Prisma/PostgreSQL, triển khai Vercel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Môi trường test: Windows 10/11, Chrome/Edge mới nhất, demo + local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Mục tiêu: kiểm thử thủ công toàn bộ 5 module và đánh giá mức độ hoàn thiện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Quy trình: Test Plan → Thiết kế Test Case → Thực thi → Test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Phạm vi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8243997" cy="3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699"/>
                <a:gridCol w="1030499"/>
                <a:gridCol w="5770799"/>
              </a:tblGrid>
              <a:tr h="516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Số TC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 kiểm thử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Đăng nhập, sai mật khẩu, remember me, logout, validation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Tạo/sửa/xóa reward, giá âm, số lượng giới hạn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Blog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Tạo/sửa/xóa bài, upload ảnh, thứ tự hiển thị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Campaign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 campaign, tìm kiếm, trạng thái, tiến độ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KYC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Upload JPG/PDF, admin duyệt/từ chối, thông báo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464000"/>
            <a:ext cx="8243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• Ngoài phạm vi: đăng ký/quên mật khẩu, thanh toán thật, module quản trị mở rộng, kiểm thử hiệu năng lớn và pentest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Test Plan – Mục tiêu &amp; tiêu chí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Phương pháp: kiểm thử thủ công hộp đen theo luồng người dùng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Kỹ thuật: phân vùng tương đương, giá trị biên, kiểm thử lỗi (negative)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880000"/>
            <a:ext cx="8243999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• Mục tiêu chất lượng &amp; tiêu chí hoàn thành: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Bao phủ 100% 24 TR bằng ít nhất một test case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Chạy 100% test case và ghi Actual Result, Test Status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Tỷ lệ Pass mục tiêu ≥ 90%, không còn lỗi Blocker/Critical ở luồng must-have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Mọi test case Fail đều phải có bản ghi lỗi tương ứng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• Tiêu chí tạm dừng: môi trường lỗi quá một buổi / phát hiện lỗi Blocker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Thiết kế Test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• 26 REQ → 24 TR → 54 Test Case (mỗi TR có ít nhất một TC)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• Trường hợp bình thường / trường hợp lỗi / trường hợp biên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• Mỗi TC có: ID, TR ID, mục tiêu, điều kiện tiên quyết, dữ liệu, các bước, kết quả mong đợi, kết quả thực tế, trạng thái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160000" y="3096000"/>
          <a:ext cx="4859998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714"/>
                <a:gridCol w="1041428"/>
                <a:gridCol w="1041428"/>
                <a:gridCol w="1041428"/>
              </a:tblGrid>
              <a:tr h="4114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TC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0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0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Blog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Campaign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KYC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</a:tr>
              <a:tr h="411432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Tổng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34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Kết quả thực thi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Đã thực thi 54/54 test case (100%)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Pass: 20  (37%)   |   Fail: 34  (63%)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Bao phủ: 24/24 TR (100%)  |  25/26 REQ (96%)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Login và Reward đạt 100% Pass (20/20)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Blog, Campaign và KYC toàn bộ Fail (34/34) do chưa nối API/CSDL trên build v1.0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Tỷ lệ Pass hiện tại chưa đạt mục tiêu 90% → chưa đủ điều nghiệm thu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Phân tích lỗi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8243998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3767"/>
                <a:gridCol w="1342046"/>
                <a:gridCol w="5368185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Mức độ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Ghi chú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Critical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Tạo bài, tạo campaign, upload KYC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Sửa/xóa không có hiệu lực, thiếu validation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Thiếu kiểm tra dữ liệu, hiển thị sai trạng thái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Thứ tự hiển thị, thiếu thông báo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Tổng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12 lỗi – tất cả đang Open, chờ fix build v1.1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320000"/>
            <a:ext cx="8243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• Mỗi lỗi đều liên kết với Test Case, có ảnh minh họa (Evidence) và bước tái hiện trong sheet Bug Log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• Lỗi nghiêm trọng nhất: các luồng must-have (đăng nhập là pass, nhưng tạo nội dung/KYC fail)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Ma trận truy xuất REQ ↔ TR ↔ TC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26 REQ (25 chức năng + 1 validation) → 24 TR → 54 TC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Mỗi TC đều truy xuất được về TR và REQ gốc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25/26 REQ có test case (96%): REQ-CAMP-006 ngoài phạm vi Phase 1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Lưu tại sheet “Traceability Matrix” (64 dòng) trong file Test Case và trong Test Report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Giúp xác định ngay TC nào phải chạy lại khi sửa một lỗi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Đánh giá và khuyến nghị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Đánh giá: build v1.0 đạt tốt module Login và Reward, ba module còn lại chưa hoàn thiện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Khuyến nghị: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951999"/>
            <a:ext cx="8243999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Sửa nhóm lỗi Critical/High trong sprint tới, chạy lại (retest) ở build v1.1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Bổ sung lớp validation dùng chung cho các form để tránh lặp lỗi giữa module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Nối API/CSDL cho Blog, Campaign, KYC – điều kiện để đạt Pass 90%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Thêm kiểm thử tự động Playwright cho các luồng must-have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Cập nhật cột Retest Result trong Bug Log sau mỗi lần sửa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Kết luận và bài học kinh nghiệm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Bộ tài liệu đã đầy đủ: Test Plan, 54 Test Case, ma trận truy xuất, Bug Log 12 lỗi, Test Report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Khuyến nghị chưa nghiệm thu build v1.0 cho đến khi các lỗi Critical/High được xử lý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Bài học kinh nghiệm: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Thiết kế TR trước TC giúp bao phủ yêu cầu và dễ truy xuất lỗi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Ghi kết quả và ảnh chụp màn hình ngay trong lúc chạy test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Mỗi lỗi phải gắn với Test Case cụ thể để dễ tái hiện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Chuẩn hoá tên cột tiếng Anh và giá trị danh mục giúp bảng dữ liệu nhất quán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